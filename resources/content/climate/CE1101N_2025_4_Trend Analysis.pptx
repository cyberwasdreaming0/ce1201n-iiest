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68" r:id="rId11"/>
    <p:sldId id="270" r:id="rId12"/>
    <p:sldId id="271" r:id="rId13"/>
    <p:sldId id="272" r:id="rId14"/>
    <p:sldId id="274" r:id="rId15"/>
    <p:sldId id="276" r:id="rId16"/>
    <p:sldId id="275" r:id="rId17"/>
    <p:sldId id="277" r:id="rId18"/>
    <p:sldId id="273" r:id="rId19"/>
    <p:sldId id="278" r:id="rId20"/>
    <p:sldId id="279" r:id="rId21"/>
    <p:sldId id="280" r:id="rId22"/>
    <p:sldId id="281" r:id="rId23"/>
    <p:sldId id="282" r:id="rId24"/>
    <p:sldId id="283" r:id="rId25"/>
    <p:sldId id="285" r:id="rId26"/>
    <p:sldId id="287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5BCA-3A26-10B9-7351-6FF5FFB9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DDC57-DAF1-CF4E-2891-6ED4764E7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4F71-D83E-AD09-D76B-4CC8140B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BD17E-EEB8-6EB4-309E-93EDEE16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18DBF-AED4-6C6D-88B4-6FEA6C65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A72-0674-05BA-6F49-F7D74CE7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73EF-45BE-8B0C-D74D-0A2FE897A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A5160-43F6-344A-6379-2056439F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B37BC-748D-A637-F25F-C6DC945F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F5C35-B8E8-2879-9B9C-33BBBB94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1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D6CB-6B28-7162-83E0-FB3DC026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876EA-2297-A39E-779A-37FEEF3BA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491AB-8432-36FE-0E34-DD10E580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05FFB-B4B7-CCEB-C3E9-8FA438DE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51CA-91C6-ADF5-0BD7-787C8C2D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1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7BC3-5AA4-129B-195C-08E374EA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5C72-6C7A-57F1-C334-45ACE0476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0FE8C-945E-984F-5026-0CD76FCED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2AF9C-CEE8-405C-A82A-2E864349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A44B8-8A37-D057-4AFA-86747C19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6C520-A93A-9749-13B6-29890976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4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7240-C1D1-6C64-A2C3-EB3D05F8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BC829-EDF3-E9FF-B73D-CF4DD7E8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C1B17-EBBA-CC6B-A4AA-8346AEAA3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F8101-3880-174B-0318-F5BDC6347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8F46E-D06D-70EB-DFC0-C78A6408D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63C-4494-00EB-10C3-A2AF2175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2F0D2-28A4-DF39-1BE3-1168EEDA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D896C-6FFC-3BEE-11E5-57032C1A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17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C169-9182-E683-128D-D05AEBDF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8684E-1B5C-9376-DCBA-FC559793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4326C-ED5C-D035-63E2-5E31B791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C317-79B5-424A-756D-61459902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0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9F50B-CE3C-26A8-4661-65725C3B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214DF-934B-822E-72DC-4C8475F2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6885C-76EA-25E2-8A8A-F2AD7007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53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0E4C-ECED-B60B-CBDF-9318CD12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7A8CE-318F-84AE-04BC-403E7A750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DAF81-98F8-E605-5CD5-FBDE9C9ED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568EE-2383-2325-2FD2-DCE23F74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6FBBE-1072-6D15-98F9-0FB1AC1F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98196-6354-AE79-1355-FEE74A9D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13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C4C5-301C-9E3B-71C3-298B645D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42D81-DDB7-2E3F-B874-D7C537366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3BBF9-67C1-4039-0FA3-224D53F97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4F916-6ACC-F868-83FF-7746D402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FDD9F-3BC6-2110-DEA1-A06B6933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D65E8-84AA-1FBC-A38D-4498E5EC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8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6FD7-8C95-0BC7-318D-7A961EE2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2B51A-D723-9425-4A81-EA3C5F37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3B091-21FF-394A-23FE-47B8AD6D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1B5F3-469C-3DC5-7BFB-E8EBD27B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60DC-2AFE-68E5-6FBB-3472CD8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9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36B41-8786-33B1-EA69-55CD9D9DC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A9588-2A3B-6F26-1F16-1757FB4B9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650E6-39D0-9F85-26B1-8DFE93EA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788CB-5B3D-DAD7-13A2-075DE58B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372C6-5688-EB23-373B-655CF092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7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C3628D-F0AE-38B5-62C6-8035354E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8DFC4-118B-A78B-C1BA-DB6568D99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B9551-8EC2-E184-687C-C12C8714E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56B60-B53C-4E3B-8F67-B895525C9CCF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DDD2B-888A-8807-2C73-D011EF8E6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8565-CDAC-AD23-470B-EE8310950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24AC5-184E-4172-BA55-5E25A0828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5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2CF68-1CE8-C3D5-3388-FD606E30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0194"/>
            <a:ext cx="9942136" cy="2387600"/>
          </a:xfrm>
        </p:spPr>
        <p:txBody>
          <a:bodyPr/>
          <a:lstStyle/>
          <a:p>
            <a:r>
              <a:rPr lang="en-IN" dirty="0"/>
              <a:t>Climate Change Impact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E4E03-0B3A-76AF-F6F0-C99DB8319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CE1101N</a:t>
            </a:r>
          </a:p>
        </p:txBody>
      </p:sp>
    </p:spTree>
    <p:extLst>
      <p:ext uri="{BB962C8B-B14F-4D97-AF65-F5344CB8AC3E}">
        <p14:creationId xmlns:p14="http://schemas.microsoft.com/office/powerpoint/2010/main" val="295986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2A817C-8E0A-483C-2502-18B3AA734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84" y="144130"/>
            <a:ext cx="9353289" cy="65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8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47AD8-B5B2-034D-0B18-77139CC14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24" y="290310"/>
            <a:ext cx="8420876" cy="627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3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A721A-169F-8CDE-0D6D-D7879BE8F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94" y="416040"/>
            <a:ext cx="10069010" cy="2020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EF42E-1DB7-9D35-CC8C-9FF4A928FA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443"/>
          <a:stretch/>
        </p:blipFill>
        <p:spPr>
          <a:xfrm>
            <a:off x="295275" y="2705493"/>
            <a:ext cx="11601450" cy="298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0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D2917-D423-95F3-84BE-68ECC6D9B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25" y="358218"/>
            <a:ext cx="8323173" cy="61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4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02E22-D12B-51A0-9C0A-0569C6A6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31" y="217014"/>
            <a:ext cx="9570674" cy="64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8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9302D-AED6-E5BF-F974-2B4E4566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88" y="148341"/>
            <a:ext cx="9300420" cy="618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1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39D54-DDB3-E9C5-71D3-7BAC293E4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01" y="282804"/>
            <a:ext cx="11318239" cy="60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0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5228A-693E-5CB7-F08C-5CD9D666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" y="102474"/>
            <a:ext cx="10341204" cy="5554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7FC825-6A4F-D4D4-EA29-549608825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204" y="5742340"/>
            <a:ext cx="4971559" cy="843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194BBA-201D-7B76-E5A2-48D28BE16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470" y="4633454"/>
            <a:ext cx="4675646" cy="17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3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78D0F-B12B-198B-D36D-AF81D279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13" y="292241"/>
            <a:ext cx="9092425" cy="627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42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293B2-93F6-6DEB-21DD-78523A31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5" y="-9066"/>
            <a:ext cx="10124388" cy="686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5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3A8D9-0E20-A25C-7517-4B6F1C2EC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14" y="203193"/>
            <a:ext cx="9825772" cy="645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1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456713-3FA0-954D-780B-20E9C860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38" y="232461"/>
            <a:ext cx="10925183" cy="639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35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D74C1-7E5D-2057-CE4C-45047117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414" y="176636"/>
            <a:ext cx="8479597" cy="650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1ED82-CEBE-CF5A-9E34-F7B54704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92" y="400187"/>
            <a:ext cx="11189616" cy="580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60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BF1E7-872C-F06E-7A57-FD8F689C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92" y="263950"/>
            <a:ext cx="8315101" cy="580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2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9ABA2-645E-821E-F10E-B015C943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17" y="324550"/>
            <a:ext cx="8178886" cy="591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49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91E546-5AA6-AAE8-0BAB-5C2BC1838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34" y="147829"/>
            <a:ext cx="8725571" cy="621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8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D1ABBC-9617-3FE1-78EB-5D8909ED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07" y="67804"/>
            <a:ext cx="10115654" cy="646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28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949D4-8E40-B34C-259E-FE4EA79EF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5" y="189364"/>
            <a:ext cx="8932598" cy="666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2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071B1-936F-61E8-4804-C2DCDF70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42" y="228724"/>
            <a:ext cx="8230211" cy="640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26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6ACCBC-B864-0B84-6D24-7CCD3AD8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44" y="130513"/>
            <a:ext cx="9821712" cy="65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071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B7F15-CE70-924B-706D-FFC6B55E5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25" y="175463"/>
            <a:ext cx="8461971" cy="62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69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2EA77-EE7A-A48E-84AD-97D3CA719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36" y="340941"/>
            <a:ext cx="9009128" cy="2130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14CC7E-9677-2C10-786A-9B4229F6D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4" y="2899508"/>
            <a:ext cx="11708091" cy="329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30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151C8-E289-1889-4D93-1195DBB8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4" y="840066"/>
            <a:ext cx="11153775" cy="1428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7A88FC-A9CE-2676-3BA5-BB6812CFA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244" y="173316"/>
            <a:ext cx="3467100" cy="66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8DBECD-1A21-8BB8-C430-27B7DD88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244" y="1915016"/>
            <a:ext cx="3981450" cy="1104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37A3E1-59CA-0D94-E993-12FA2B727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44" y="2857500"/>
            <a:ext cx="11144250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5401A4-8BA2-3741-CD84-39D8567D1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216" y="4094866"/>
            <a:ext cx="50482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6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55B656-6254-B287-E342-E7C300F31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98570"/>
              </p:ext>
            </p:extLst>
          </p:nvPr>
        </p:nvGraphicFramePr>
        <p:xfrm>
          <a:off x="417689" y="756356"/>
          <a:ext cx="11571112" cy="4876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8338">
                  <a:extLst>
                    <a:ext uri="{9D8B030D-6E8A-4147-A177-3AD203B41FA5}">
                      <a16:colId xmlns:a16="http://schemas.microsoft.com/office/drawing/2014/main" val="1219168313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1094245742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265575907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3391728766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3833758183"/>
                    </a:ext>
                  </a:extLst>
                </a:gridCol>
                <a:gridCol w="854423">
                  <a:extLst>
                    <a:ext uri="{9D8B030D-6E8A-4147-A177-3AD203B41FA5}">
                      <a16:colId xmlns:a16="http://schemas.microsoft.com/office/drawing/2014/main" val="3420484593"/>
                    </a:ext>
                  </a:extLst>
                </a:gridCol>
                <a:gridCol w="691619">
                  <a:extLst>
                    <a:ext uri="{9D8B030D-6E8A-4147-A177-3AD203B41FA5}">
                      <a16:colId xmlns:a16="http://schemas.microsoft.com/office/drawing/2014/main" val="2890350196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53777075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2038051453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3013039417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419078727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1373722288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332043248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26968776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3959518157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1966429210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val="665090315"/>
                    </a:ext>
                  </a:extLst>
                </a:gridCol>
              </a:tblGrid>
              <a:tr h="25876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09062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700505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0096747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2226013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0838606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54422009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8577061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0.266667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9857117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0.185714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3391940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0.085714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77319692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0.028571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36493486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0.088889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0.142857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0.083333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0.066667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8162758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0.145455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0.085714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1457019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0.081818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0.122222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0.071429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9005566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0.107692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0.058333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0.063636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0.044444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0.014286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522353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0.128571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0.084615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0.091667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0.118182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0.077778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0.071429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0.066667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6122102"/>
                  </a:ext>
                </a:extLst>
              </a:tr>
              <a:tr h="258769"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0.113333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0.071429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0.076923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0.063636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0.044444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0.057143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0.033333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2503978"/>
                  </a:ext>
                </a:extLst>
              </a:tr>
              <a:tr h="238864"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382954"/>
                  </a:ext>
                </a:extLst>
              </a:tr>
              <a:tr h="238864"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MEADIAN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0.085165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347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006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B017E-FF08-191C-6DEA-7DC9830B9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485" y="386499"/>
            <a:ext cx="2497513" cy="763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82C5E-464D-5322-CFC1-DF1C6F31B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681" y="1150070"/>
            <a:ext cx="8420100" cy="3981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D08F51-D2E1-CDA9-1EF5-5F2905355824}"/>
              </a:ext>
            </a:extLst>
          </p:cNvPr>
          <p:cNvSpPr txBox="1"/>
          <p:nvPr/>
        </p:nvSpPr>
        <p:spPr>
          <a:xfrm>
            <a:off x="1564849" y="5495827"/>
            <a:ext cx="6523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Trend rate (Kendall’s tau = (2 x 93) / (16 x 15)</a:t>
            </a:r>
          </a:p>
          <a:p>
            <a:r>
              <a:rPr lang="en-IN" sz="2400" dirty="0"/>
              <a:t>                                            = 0.775</a:t>
            </a:r>
          </a:p>
        </p:txBody>
      </p:sp>
    </p:spTree>
    <p:extLst>
      <p:ext uri="{BB962C8B-B14F-4D97-AF65-F5344CB8AC3E}">
        <p14:creationId xmlns:p14="http://schemas.microsoft.com/office/powerpoint/2010/main" val="147759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327</Words>
  <Application>Microsoft Office PowerPoint</Application>
  <PresentationFormat>Widescreen</PresentationFormat>
  <Paragraphs>295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Climate Change Impact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Impact Analysis</dc:title>
  <dc:creator>Ujjwal Saha</dc:creator>
  <cp:lastModifiedBy>Ujjwal Saha</cp:lastModifiedBy>
  <cp:revision>36</cp:revision>
  <cp:lastPrinted>2024-09-02T05:02:04Z</cp:lastPrinted>
  <dcterms:created xsi:type="dcterms:W3CDTF">2022-09-20T17:00:46Z</dcterms:created>
  <dcterms:modified xsi:type="dcterms:W3CDTF">2025-09-08T15:37:53Z</dcterms:modified>
</cp:coreProperties>
</file>